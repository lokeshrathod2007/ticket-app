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D4AF37">
              <a:alpha val="8000"/>
            </a:srgbClr>
          </a:solidFill>
          <a:ln w="6350">
            <a:solidFill>
              <a:srgbClr val="D4AF3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182880"/>
            <a:ext cx="2011680" cy="2011680"/>
          </a:xfrm>
          <a:prstGeom prst="ellipse">
            <a:avLst/>
          </a:prstGeom>
          <a:solidFill>
            <a:srgbClr val="D4AF37">
              <a:alpha val="14000"/>
            </a:srgbClr>
          </a:solidFill>
          <a:ln w="635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🎭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TicketLux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spc="300" kern="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Ticketing System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9260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React mini project — book movies &amp; concerts with seat selection, QR tickets, smart recommendations &amp; live deals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251960"/>
            <a:ext cx="1600200" cy="3200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2519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4251960"/>
            <a:ext cx="1600200" cy="3200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42519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0" y="4251960"/>
            <a:ext cx="1600200" cy="3200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42519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Icons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4251960"/>
            <a:ext cx="1600200" cy="3200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42519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0" y="4251960"/>
            <a:ext cx="1600200" cy="3200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42519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Vercel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&amp; Why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840480" cy="3383280"/>
          </a:xfrm>
          <a:prstGeom prst="rect">
            <a:avLst/>
          </a:prstGeom>
          <a:solidFill>
            <a:srgbClr val="0B0B12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3840480" cy="6400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tickets for events involves navigating fragmented platforms — poor seat visibility, no real-time pricing, no smart suggestions, and clunky payment flows.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TicketLux solves this with a unified, fast, and intuitive booking experience — all in one React app.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4160520" cy="3383280"/>
          </a:xfrm>
          <a:prstGeom prst="rect">
            <a:avLst/>
          </a:prstGeom>
          <a:solidFill>
            <a:srgbClr val="0B0B12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325880"/>
            <a:ext cx="416052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 + 2 Custom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187452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Interactive seat map with pricing tiers
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🎟️  QR code booking confirmation
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Venue details with directions
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Ticket cancellation workflow
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Payment method selection
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User booking history
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Smart Seat Recommender (custom)
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Flash Deals countdown (custom)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Features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697480" cy="160020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54864" cy="1600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Seat Map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26771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VIP / Standard / Economy rows. Click to select. Pre-booked seats locked.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697480" cy="160020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371600"/>
            <a:ext cx="54864" cy="1600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3364992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🎟️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Ticket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26771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booking generates a unique SVG QR code. Download as PNG image — show at entry.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1371600"/>
            <a:ext cx="2697480" cy="160020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371600"/>
            <a:ext cx="54864" cy="1600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6245352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6364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Selection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226771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Card, UPI, Net Banking, Wallet. Card form with live formatting. 2-second payment simulation.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200400"/>
            <a:ext cx="2697480" cy="160020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200400"/>
            <a:ext cx="54864" cy="1600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02920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Flow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09651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any ticket with a confirmation modal. 15% fee notice. Status updates instantly.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3200400"/>
            <a:ext cx="2697480" cy="160020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200400"/>
            <a:ext cx="54864" cy="16002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3364992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383280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+ Directions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409651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street map, full address, facilities list, contact info. Get Directions links to Google Maps.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0760" y="3200400"/>
            <a:ext cx="2697480" cy="160020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3200400"/>
            <a:ext cx="54864" cy="160020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2" name="Text 30"/>
          <p:cNvSpPr/>
          <p:nvPr/>
        </p:nvSpPr>
        <p:spPr>
          <a:xfrm>
            <a:off x="6245352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263640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History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63640" y="409651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bookings tracked in My Bookings. Download any ticket. Confirmed / Cancelled badges.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Custom Features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931920" cy="3337560"/>
          </a:xfrm>
          <a:prstGeom prst="rect">
            <a:avLst/>
          </a:prstGeom>
          <a:solidFill>
            <a:srgbClr val="0B0B12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✨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Seat Recommender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542032"/>
            <a:ext cx="3611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algorithm-powered seat picker that finds the best 2 adjacent available seats based on your preferences.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Pick budget tier → VIP / Standard / Economy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Pick position → Front / Middle / Back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Algorithm scans rows, checks pre-booked list, finds first adjacent pair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Seats are highlighted on the map instantly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3931920" cy="3337560"/>
          </a:xfrm>
          <a:prstGeom prst="rect">
            <a:avLst/>
          </a:prstGeom>
          <a:solidFill>
            <a:srgbClr val="0B0B12"/>
          </a:solidFill>
          <a:ln w="12700">
            <a:solidFill>
              <a:srgbClr val="FF4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983480" y="2103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Flash Deal Countdown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2542032"/>
            <a:ext cx="3611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Time-sensitive discount badges that count down live in real-time — creating urgency and boosting conversions.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Events can have a flash discount % and duration set in data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 countdown timer runs using setInterval every second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Discount applies to seat total when user clicks Apply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Timer disappears when it reaches 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&amp; Structure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3749040" cy="54864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89888"/>
            <a:ext cx="54864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264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6642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components, hooks, state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3749040" cy="54864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57400"/>
            <a:ext cx="54864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0939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331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tool, fast dev server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24912"/>
            <a:ext cx="3749040" cy="54864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24912"/>
            <a:ext cx="54864" cy="5486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7614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29992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library (50+ icons used)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92424"/>
            <a:ext cx="3749040" cy="54864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392424"/>
            <a:ext cx="54864" cy="5486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429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API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36667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ticket download generator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059936"/>
            <a:ext cx="3749040" cy="54864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59936"/>
            <a:ext cx="54864" cy="54864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0965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43342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Cormorant Garamond + Outfit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1325880"/>
            <a:ext cx="4160520" cy="342900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File Structure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1810512"/>
            <a:ext cx="3840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
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data/
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events.js          ← all event data
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utils/
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helpers.js         ← genBookingId, tierPrice
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downloadTicket.js  ← canvas PNG generator
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components/
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QRCodeSVG.jsx      ← SVG QR generator
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FlashTimer.jsx     ← countdown timer
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VenueModal.jsx     ← map + details
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SmartRecommender.jsx
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views/
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EventsView.jsx     ← home screen
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SeatMapView.jsx    ← seat grid
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PaymentView.jsx    ← checkout
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ConfirmationView.jsx
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BookingsView.jsx   ← history
</a:t>
            </a:r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App.jsx              ← state + navbar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457200"/>
            <a:ext cx="5029200" cy="5029200"/>
          </a:xfrm>
          <a:prstGeom prst="ellipse">
            <a:avLst/>
          </a:prstGeom>
          <a:solidFill>
            <a:srgbClr val="D4AF37">
              <a:alpha val="4000"/>
            </a:srgbClr>
          </a:solidFill>
          <a:ln w="6350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FA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Deployed &amp; Live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93192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727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code, all split files, full commit history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github.com/username/ticket-app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393192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5727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Deployment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on every git push to main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286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ticket-app.vercel.app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108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Flow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493008"/>
            <a:ext cx="1920240" cy="594360"/>
          </a:xfrm>
          <a:prstGeom prst="rect">
            <a:avLst/>
          </a:prstGeom>
          <a:solidFill>
            <a:srgbClr val="111827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93008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" y="349300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 VS Code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04288" y="3547872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560320" y="3493008"/>
            <a:ext cx="1920240" cy="594360"/>
          </a:xfrm>
          <a:prstGeom prst="rect">
            <a:avLst/>
          </a:prstGeom>
          <a:solidFill>
            <a:srgbClr val="111827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3493008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07792" y="349300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to GitHub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98848" y="3547872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54880" y="3493008"/>
            <a:ext cx="1920240" cy="594360"/>
          </a:xfrm>
          <a:prstGeom prst="rect">
            <a:avLst/>
          </a:prstGeom>
          <a:solidFill>
            <a:srgbClr val="111827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493008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02352" y="349300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auto-builds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93408" y="3547872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949440" y="3493008"/>
            <a:ext cx="1920240" cy="594360"/>
          </a:xfrm>
          <a:prstGeom prst="rect">
            <a:avLst/>
          </a:prstGeom>
          <a:solidFill>
            <a:srgbClr val="111827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3493008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96912" y="349300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30 seconds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315968"/>
            <a:ext cx="1920240" cy="68580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3159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65760" y="4663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42032" y="4315968"/>
            <a:ext cx="1920240" cy="68580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42032" y="43159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2542032" y="4663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18304" y="4315968"/>
            <a:ext cx="1920240" cy="68580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8304" y="43159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718304" y="4663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94576" y="4315968"/>
            <a:ext cx="1920240" cy="68580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94576" y="43159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894576" y="4663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TicketLux — Event Ticketing System</dc:title>
  <dc:subject>PptxGenJS Presentation</dc:subject>
  <dc:creator>PptxGenJS</dc:creator>
  <cp:lastModifiedBy>PptxGenJS</cp:lastModifiedBy>
  <cp:revision>1</cp:revision>
  <dcterms:created xsi:type="dcterms:W3CDTF">2026-05-21T07:31:04Z</dcterms:created>
  <dcterms:modified xsi:type="dcterms:W3CDTF">2026-05-21T07:31:04Z</dcterms:modified>
</cp:coreProperties>
</file>